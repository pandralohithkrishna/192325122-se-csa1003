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2146102"/>
            <a:ext cx="6180181" cy="192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Natural Language Processing with Transformer Models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14" y="4382790"/>
            <a:ext cx="6789766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2025452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NLP?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3079552"/>
            <a:ext cx="989583" cy="611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6466" y="3079552"/>
            <a:ext cx="21659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 text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966466" y="3524151"/>
            <a:ext cx="2165990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Classify, extract entities, tag sentiment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526" y="3079552"/>
            <a:ext cx="989583" cy="6115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36179" y="3079552"/>
            <a:ext cx="216599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Answer &amp; summarise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636179" y="3845421"/>
            <a:ext cx="2165990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Question answering, summarisation, translation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3079552"/>
            <a:ext cx="989583" cy="6115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891" y="3079552"/>
            <a:ext cx="21659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it's hard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305891" y="3524151"/>
            <a:ext cx="2165990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Context, ambiguity, slang, and edge cases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1030982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NLP evolved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14" y="1982192"/>
            <a:ext cx="6789766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Short history in three moves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9814" y="2542580"/>
            <a:ext cx="2987203" cy="1868388"/>
          </a:xfrm>
          <a:prstGeom prst="roundRect">
            <a:avLst>
              <a:gd name="adj" fmla="val 4624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8189" y="2760960"/>
            <a:ext cx="25504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Rule-based era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38189" y="3205559"/>
            <a:ext cx="255045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Hand-crafted rules and features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12693" y="2542580"/>
            <a:ext cx="2987303" cy="1868388"/>
          </a:xfrm>
          <a:prstGeom prst="roundRect">
            <a:avLst>
              <a:gd name="adj" fmla="val 4624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31068" y="2760960"/>
            <a:ext cx="25505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131068" y="3205559"/>
            <a:ext cx="255055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Neural nets learn features; RNNs struggled with long context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9814" y="4616648"/>
            <a:ext cx="6180181" cy="1210370"/>
          </a:xfrm>
          <a:prstGeom prst="roundRect">
            <a:avLst>
              <a:gd name="adj" fmla="val 7137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8189" y="4835029"/>
            <a:ext cx="57434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Attention &amp; Transformers (2017)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38189" y="5279628"/>
            <a:ext cx="5743431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Better long-range understanding and parallel training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904379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a Transformer?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14" y="2403475"/>
            <a:ext cx="2839173" cy="300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Core idea: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Self-attention — each word looks at all others to decide importance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Training: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Parallelised (fast on GPUs)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Order?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Positional embeddings add sequence info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2" y="2086967"/>
            <a:ext cx="2839173" cy="21340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26713" y="2931950"/>
            <a:ext cx="517788" cy="59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Tokens → Attention → Representations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6001290" y="3657016"/>
            <a:ext cx="770301" cy="11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Attention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001290" y="3809093"/>
            <a:ext cx="770301" cy="18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Self-attention links tokens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4195347" y="3657016"/>
            <a:ext cx="770301" cy="11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Representations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195347" y="3809093"/>
            <a:ext cx="770301" cy="18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 contextual vectors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5087795" y="2257270"/>
            <a:ext cx="791349" cy="11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Tokens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087795" y="2409348"/>
            <a:ext cx="791349" cy="18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Input token embeddings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4067172" y="4452441"/>
            <a:ext cx="283917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Simple mental model: attention finds what matters, layers build meaning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44116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Transformer families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398216"/>
            <a:ext cx="1097828" cy="1097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3753148"/>
            <a:ext cx="24951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BERT — encoder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814" y="4197747"/>
            <a:ext cx="2495190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Masked word prediction → great for understanding &amp; classification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073" y="2398216"/>
            <a:ext cx="1097828" cy="10978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2073" y="3753148"/>
            <a:ext cx="24951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GPT — decoder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472073" y="4197747"/>
            <a:ext cx="2495190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Next-token prediction → excels at generation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33" y="2398216"/>
            <a:ext cx="1097828" cy="10978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4333" y="3753148"/>
            <a:ext cx="24951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T5 — text-to-text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224333" y="4197747"/>
            <a:ext cx="2495190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Unified format: every task → text in, text out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592" y="2398216"/>
            <a:ext cx="1097927" cy="10979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76592" y="3753247"/>
            <a:ext cx="2495289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 — efficient large decoder models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976592" y="4840387"/>
            <a:ext cx="2495289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GPT-style family tuned for scalable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429345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Transformers for multilingual NLP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611934"/>
            <a:ext cx="4562361" cy="2585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90361" y="2645172"/>
            <a:ext cx="6297356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Same attention, many tongues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90361" y="3159224"/>
            <a:ext cx="5687771" cy="2117923"/>
          </a:xfrm>
          <a:prstGeom prst="rect">
            <a:avLst/>
          </a:prstGeom>
          <a:noFill/>
          <a:ln/>
        </p:spPr>
        <p:txBody>
          <a:bodyPr wrap="square" lIns="0" tIns="82276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Shared token spaces let models learn cross-language patterns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Challenges: tokenisation, data balance, script differences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Good practice: mixed-language pretraining + fine-tuning per language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593427"/>
            <a:ext cx="6180181" cy="1868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Transformers + RAG (Retrieval‑Augmented Generation)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19814" y="2924770"/>
            <a:ext cx="4323150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How it works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19814" y="3412232"/>
            <a:ext cx="3713566" cy="1076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Retriever finds relevant documents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LLM conditions on retrieved text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Generates grounded answers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19814" y="4662091"/>
            <a:ext cx="3713566" cy="142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spcAft>
                <a:spcPts val="1350"/>
              </a:spcAft>
              <a:buNone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Benefits</a:t>
            </a:r>
            <a:pPr algn="l" indent="0" marL="0">
              <a:lnSpc>
                <a:spcPct val="131000"/>
              </a:lnSpc>
              <a:spcAft>
                <a:spcPts val="1350"/>
              </a:spcAft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fewer hallucinations, up-to-date facts</a:t>
            </a:r>
            <a:endParaRPr lang="en-US" sz="15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Improve with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better retrievers, re‑ranking, summarisation step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889" y="4080768"/>
            <a:ext cx="1980357" cy="853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59168" y="4772798"/>
            <a:ext cx="449265" cy="5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Generator (LLM)</a:t>
            </a:r>
            <a:endParaRPr lang="en-US" sz="350" dirty="0"/>
          </a:p>
        </p:txBody>
      </p:sp>
      <p:sp>
        <p:nvSpPr>
          <p:cNvPr id="9" name="Text 5"/>
          <p:cNvSpPr/>
          <p:nvPr/>
        </p:nvSpPr>
        <p:spPr>
          <a:xfrm>
            <a:off x="5059168" y="4575116"/>
            <a:ext cx="449265" cy="5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Documents</a:t>
            </a:r>
            <a:endParaRPr lang="en-US" sz="350" dirty="0"/>
          </a:p>
        </p:txBody>
      </p:sp>
      <p:sp>
        <p:nvSpPr>
          <p:cNvPr id="10" name="Text 6"/>
          <p:cNvSpPr/>
          <p:nvPr/>
        </p:nvSpPr>
        <p:spPr>
          <a:xfrm>
            <a:off x="5059168" y="4379432"/>
            <a:ext cx="449265" cy="5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Retriever (Search)</a:t>
            </a:r>
            <a:endParaRPr lang="en-US" sz="350" dirty="0"/>
          </a:p>
        </p:txBody>
      </p:sp>
      <p:sp>
        <p:nvSpPr>
          <p:cNvPr id="11" name="Text 7"/>
          <p:cNvSpPr/>
          <p:nvPr/>
        </p:nvSpPr>
        <p:spPr>
          <a:xfrm>
            <a:off x="5059168" y="4181750"/>
            <a:ext cx="449265" cy="5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Question</a:t>
            </a:r>
            <a:endParaRPr lang="en-US" sz="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935559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814" y="2989659"/>
            <a:ext cx="10752067" cy="1932781"/>
          </a:xfrm>
          <a:prstGeom prst="rect">
            <a:avLst/>
          </a:prstGeom>
          <a:noFill/>
          <a:ln/>
        </p:spPr>
        <p:txBody>
          <a:bodyPr wrap="square" lIns="0" tIns="82276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Transformers have transformed NLP performance.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Self-attention helps models understand context better.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They power both understanding and generation tasks.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Models like BERT and GPT support different use cases.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field is evolving quickly, so keep learning.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2026-08-21T04:29:50Z</dcterms:created>
  <dcterms:modified xsi:type="dcterms:W3CDTF">2026-08-21T04:29:50Z</dcterms:modified>
</cp:coreProperties>
</file>